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19"/>
  </p:normalViewPr>
  <p:slideViewPr>
    <p:cSldViewPr snapToGrid="0">
      <p:cViewPr varScale="1">
        <p:scale>
          <a:sx n="60" d="100"/>
          <a:sy n="60" d="100"/>
        </p:scale>
        <p:origin x="192" y="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CCE5E-5E87-084D-B791-8F82D6CE5D6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1F4C1-A987-C84A-8E33-3CCC23E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7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9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3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0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2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77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68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8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8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0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1/10/26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6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01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90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10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74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1/10/26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798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1/10/26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02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88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1/10/26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112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66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1/10/26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16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617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1/10/26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830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1/10/26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395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1/10/26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355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35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1/10/26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657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1/10/26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893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1/10/26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849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87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423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6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53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933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36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6712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5519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4192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872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68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258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632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002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711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73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539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738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0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56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7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49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  <p:sldLayoutId id="2147483748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2" descr="Image result for spirit of Wisdom came to me."/>
          <p:cNvSpPr>
            <a:spLocks noChangeAspect="1" noChangeArrowheads="1"/>
          </p:cNvSpPr>
          <p:nvPr/>
        </p:nvSpPr>
        <p:spPr bwMode="auto">
          <a:xfrm>
            <a:off x="571500" y="-16383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endParaRPr lang="en-GB" sz="2160"/>
          </a:p>
        </p:txBody>
      </p:sp>
      <p:pic>
        <p:nvPicPr>
          <p:cNvPr id="4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133" y="750303"/>
            <a:ext cx="3888432" cy="59881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201930"/>
            <a:ext cx="10353377" cy="1555373"/>
          </a:xfrm>
        </p:spPr>
        <p:txBody>
          <a:bodyPr>
            <a:normAutofit fontScale="90000"/>
          </a:bodyPr>
          <a:lstStyle/>
          <a:p>
            <a:pPr algn="l">
              <a:buNone/>
            </a:pPr>
            <a:r>
              <a:rPr lang="en-GB" dirty="0" sz="3600">
                <a:latin typeface="Calibri"/>
              </a:rPr>
              <a:t>R.C. Church of the Immaculate Conception</a:t>
            </a:r>
            <a:br>
              <a:rPr lang="en-GB" dirty="0"/>
            </a:br>
            <a:r>
              <a:rPr lang="en-GB" dirty="0" sz="3600">
                <a:latin typeface="Calibri"/>
              </a:rPr>
              <a:t> </a:t>
            </a:r>
            <a:r>
              <a:rPr lang="en-GB" sz="3840" dirty="0">
                <a:latin typeface="Calibri"/>
              </a:rPr>
              <a:t>1</a:t>
            </a:r>
            <a:r>
              <a:rPr lang="en-GB" sz="3840" baseline="30000" dirty="0">
                <a:latin typeface="Calibri"/>
              </a:rPr>
              <a:t>st</a:t>
            </a:r>
            <a:r>
              <a:rPr lang="en-GB" sz="3840" dirty="0">
                <a:latin typeface="Calibri"/>
              </a:rPr>
              <a:t> Sunday of Advent</a:t>
            </a:r>
            <a:br>
              <a:rPr lang="en-GB" sz="3840" dirty="0"/>
            </a:br>
            <a:r>
              <a:rPr lang="en-GB" sz="3840" dirty="0">
                <a:latin typeface="Calibri"/>
              </a:rPr>
              <a:t> Year A 30</a:t>
            </a:r>
            <a:r>
              <a:rPr lang="en-GB" sz="3840" baseline="30000" dirty="0">
                <a:latin typeface="Calibri"/>
              </a:rPr>
              <a:t>th</a:t>
            </a:r>
            <a:r>
              <a:rPr lang="en-GB" sz="3840" dirty="0">
                <a:latin typeface="Calibri"/>
              </a:rPr>
              <a:t> Nov.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sz="33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B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58240" y="274639"/>
            <a:ext cx="9875520" cy="734892"/>
          </a:xfrm>
        </p:spPr>
        <p:txBody>
          <a:bodyPr/>
          <a:lstStyle/>
          <a:p>
            <a:pPr>
              <a:buNone/>
            </a:pPr>
            <a:r>
              <a:rPr lang="en-GB" b="1" dirty="0" sz="4400">
                <a:latin typeface="Calibri"/>
              </a:rPr>
              <a:t>Greeting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158240" y="1009532"/>
            <a:ext cx="10035926" cy="5371800"/>
          </a:xfrm>
        </p:spPr>
        <p:txBody>
          <a:bodyPr/>
          <a:lstStyle/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    </a:t>
            </a:r>
            <a:r>
              <a:rPr lang="en-GB" dirty="0" sz="2800">
                <a:latin typeface="Calibri"/>
              </a:rPr>
              <a:t>In the name of the Father, and </a:t>
            </a:r>
          </a:p>
          <a:p>
            <a:pPr marL="1392556" indent="-1392556">
              <a:buNone/>
            </a:pPr>
            <a:r>
              <a:rPr lang="en-GB" dirty="0" sz="2800">
                <a:latin typeface="Calibri"/>
              </a:rPr>
              <a:t>	     of the Son, and of the Holy Spirit.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Amen.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Lord be with you.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OR 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grace of Our Lord Jesus Christ, and the love of God, and the communion of the Holy Spirit be with you all.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And with your spirit.</a:t>
            </a:r>
          </a:p>
          <a:p>
            <a:pPr marL="1392556" indent="-1392556">
              <a:buNone/>
            </a:pPr>
            <a:endParaRPr lang="en-GB" b="1" dirty="0"/>
          </a:p>
          <a:p>
            <a:pPr>
              <a:buNone/>
            </a:pPr>
            <a:endParaRPr lang="en-GB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2" descr="Image result for spirit of Wisdom came to me."/>
          <p:cNvSpPr>
            <a:spLocks noChangeAspect="1" noChangeArrowheads="1"/>
          </p:cNvSpPr>
          <p:nvPr/>
        </p:nvSpPr>
        <p:spPr bwMode="auto">
          <a:xfrm>
            <a:off x="571500" y="-16383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endParaRPr lang="en-GB" sz="2160"/>
          </a:p>
        </p:txBody>
      </p:sp>
      <p:pic>
        <p:nvPicPr>
          <p:cNvPr id="4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133" y="750303"/>
            <a:ext cx="3888432" cy="59881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201930"/>
            <a:ext cx="10353377" cy="1555373"/>
          </a:xfrm>
        </p:spPr>
        <p:txBody>
          <a:bodyPr>
            <a:normAutofit fontScale="90000"/>
          </a:bodyPr>
          <a:lstStyle/>
          <a:p>
            <a:pPr algn="l">
              <a:buNone/>
            </a:pPr>
            <a:r>
              <a:rPr lang="en-GB" dirty="0" sz="3600">
                <a:latin typeface="Calibri"/>
              </a:rPr>
              <a:t>R.C. Church of the Immaculate Conception</a:t>
            </a:r>
            <a:br>
              <a:rPr lang="en-GB" dirty="0"/>
            </a:br>
            <a:r>
              <a:rPr lang="en-GB" dirty="0" sz="3600">
                <a:latin typeface="Calibri"/>
              </a:rPr>
              <a:t> </a:t>
            </a:r>
            <a:r>
              <a:rPr lang="en-GB" sz="3840" dirty="0">
                <a:latin typeface="Calibri"/>
              </a:rPr>
              <a:t>1</a:t>
            </a:r>
            <a:r>
              <a:rPr lang="en-GB" sz="3840" baseline="30000" dirty="0">
                <a:latin typeface="Calibri"/>
              </a:rPr>
              <a:t>st</a:t>
            </a:r>
            <a:r>
              <a:rPr lang="en-GB" sz="3840" dirty="0">
                <a:latin typeface="Calibri"/>
              </a:rPr>
              <a:t> Sunday of Advent</a:t>
            </a:r>
            <a:br>
              <a:rPr lang="en-GB" sz="3840" dirty="0"/>
            </a:br>
            <a:r>
              <a:rPr lang="en-GB" sz="3840" dirty="0">
                <a:latin typeface="Calibri"/>
              </a:rPr>
              <a:t> Year A 30</a:t>
            </a:r>
            <a:r>
              <a:rPr lang="en-GB" sz="3840" baseline="30000" dirty="0">
                <a:latin typeface="Calibri"/>
              </a:rPr>
              <a:t>th</a:t>
            </a:r>
            <a:r>
              <a:rPr lang="en-GB" sz="3840" dirty="0">
                <a:latin typeface="Calibri"/>
              </a:rPr>
              <a:t> Nov.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sz="33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B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58240" y="274639"/>
            <a:ext cx="9875520" cy="734892"/>
          </a:xfrm>
        </p:spPr>
        <p:txBody>
          <a:bodyPr/>
          <a:lstStyle/>
          <a:p>
            <a:pPr>
              <a:buNone/>
            </a:pPr>
            <a:r>
              <a:rPr lang="en-GB" b="1" dirty="0" sz="4400">
                <a:latin typeface="Calibri"/>
              </a:rPr>
              <a:t>Greeting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158240" y="1009532"/>
            <a:ext cx="10035926" cy="5371800"/>
          </a:xfrm>
        </p:spPr>
        <p:txBody>
          <a:bodyPr/>
          <a:lstStyle/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    </a:t>
            </a:r>
            <a:r>
              <a:rPr lang="en-GB" dirty="0" sz="2800">
                <a:latin typeface="Calibri"/>
              </a:rPr>
              <a:t>In the name of the Father, and </a:t>
            </a:r>
          </a:p>
          <a:p>
            <a:pPr marL="1392556" indent="-1392556">
              <a:buNone/>
            </a:pPr>
            <a:r>
              <a:rPr lang="en-GB" dirty="0" sz="2800">
                <a:latin typeface="Calibri"/>
              </a:rPr>
              <a:t>	     of the Son, and of the Holy Spirit.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Amen.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Lord be with you.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OR 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grace of Our Lord Jesus Christ, and the love of God, and the communion of the Holy Spirit be with you all.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And with your spirit.</a:t>
            </a:r>
          </a:p>
          <a:p>
            <a:pPr marL="1392556" indent="-1392556">
              <a:buNone/>
            </a:pPr>
            <a:endParaRPr lang="en-GB" b="1" dirty="0"/>
          </a:p>
          <a:p>
            <a:pPr>
              <a:buNone/>
            </a:pPr>
            <a:endParaRPr lang="en-GB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2" descr="Image result for spirit of Wisdom came to me."/>
          <p:cNvSpPr>
            <a:spLocks noChangeAspect="1" noChangeArrowheads="1"/>
          </p:cNvSpPr>
          <p:nvPr/>
        </p:nvSpPr>
        <p:spPr bwMode="auto">
          <a:xfrm>
            <a:off x="571500" y="-16383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endParaRPr lang="en-GB" sz="2160"/>
          </a:p>
        </p:txBody>
      </p:sp>
      <p:pic>
        <p:nvPicPr>
          <p:cNvPr id="4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133" y="750303"/>
            <a:ext cx="3888432" cy="59881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201930"/>
            <a:ext cx="10353377" cy="1555373"/>
          </a:xfrm>
        </p:spPr>
        <p:txBody>
          <a:bodyPr>
            <a:normAutofit fontScale="90000"/>
          </a:bodyPr>
          <a:lstStyle/>
          <a:p>
            <a:pPr algn="l">
              <a:buNone/>
            </a:pPr>
            <a:r>
              <a:rPr lang="en-GB" dirty="0" sz="3600">
                <a:latin typeface="Calibri"/>
              </a:rPr>
              <a:t>R.C. Church of the Immaculate Conception</a:t>
            </a:r>
            <a:br>
              <a:rPr lang="en-GB" dirty="0"/>
            </a:br>
            <a:r>
              <a:rPr lang="en-GB" dirty="0" sz="3600">
                <a:latin typeface="Calibri"/>
              </a:rPr>
              <a:t> </a:t>
            </a:r>
            <a:r>
              <a:rPr lang="en-GB" sz="3840" dirty="0">
                <a:latin typeface="Calibri"/>
              </a:rPr>
              <a:t>1</a:t>
            </a:r>
            <a:r>
              <a:rPr lang="en-GB" sz="3840" baseline="30000" dirty="0">
                <a:latin typeface="Calibri"/>
              </a:rPr>
              <a:t>st</a:t>
            </a:r>
            <a:r>
              <a:rPr lang="en-GB" sz="3840" dirty="0">
                <a:latin typeface="Calibri"/>
              </a:rPr>
              <a:t> Sunday of Advent</a:t>
            </a:r>
            <a:br>
              <a:rPr lang="en-GB" sz="3840" dirty="0"/>
            </a:br>
            <a:r>
              <a:rPr lang="en-GB" sz="3840" dirty="0">
                <a:latin typeface="Calibri"/>
              </a:rPr>
              <a:t> Year A 30</a:t>
            </a:r>
            <a:r>
              <a:rPr lang="en-GB" sz="3840" baseline="30000" dirty="0">
                <a:latin typeface="Calibri"/>
              </a:rPr>
              <a:t>th</a:t>
            </a:r>
            <a:r>
              <a:rPr lang="en-GB" sz="3840" dirty="0">
                <a:latin typeface="Calibri"/>
              </a:rPr>
              <a:t> Nov.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sz="33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B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58240" y="274639"/>
            <a:ext cx="9875520" cy="734892"/>
          </a:xfrm>
        </p:spPr>
        <p:txBody>
          <a:bodyPr/>
          <a:lstStyle/>
          <a:p>
            <a:pPr>
              <a:buNone/>
            </a:pPr>
            <a:r>
              <a:rPr lang="en-GB" b="1" dirty="0" sz="4400">
                <a:latin typeface="Calibri"/>
              </a:rPr>
              <a:t>Greeting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158240" y="1009532"/>
            <a:ext cx="10035926" cy="5371800"/>
          </a:xfrm>
        </p:spPr>
        <p:txBody>
          <a:bodyPr/>
          <a:lstStyle/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    </a:t>
            </a:r>
            <a:r>
              <a:rPr lang="en-GB" dirty="0" sz="2800">
                <a:latin typeface="Calibri"/>
              </a:rPr>
              <a:t>In the name of the Father, and </a:t>
            </a:r>
          </a:p>
          <a:p>
            <a:pPr marL="1392556" indent="-1392556">
              <a:buNone/>
            </a:pPr>
            <a:r>
              <a:rPr lang="en-GB" dirty="0" sz="2800">
                <a:latin typeface="Calibri"/>
              </a:rPr>
              <a:t>	     of the Son, and of the Holy Spirit.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Amen.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Lord be with you.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OR 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grace of Our Lord Jesus Christ, and the love of God, and the communion of the Holy Spirit be with you all.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And with your spirit.</a:t>
            </a:r>
          </a:p>
          <a:p>
            <a:pPr marL="1392556" indent="-1392556">
              <a:buNone/>
            </a:pPr>
            <a:endParaRPr lang="en-GB" b="1" dirty="0"/>
          </a:p>
          <a:p>
            <a:pPr>
              <a:buNone/>
            </a:pPr>
            <a:endParaRPr lang="en-GB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2" descr="Image result for spirit of Wisdom came to me."/>
          <p:cNvSpPr>
            <a:spLocks noChangeAspect="1" noChangeArrowheads="1"/>
          </p:cNvSpPr>
          <p:nvPr/>
        </p:nvSpPr>
        <p:spPr bwMode="auto">
          <a:xfrm>
            <a:off x="571500" y="-16383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endParaRPr lang="en-GB" sz="2160"/>
          </a:p>
        </p:txBody>
      </p:sp>
      <p:pic>
        <p:nvPicPr>
          <p:cNvPr id="4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133" y="750303"/>
            <a:ext cx="3888432" cy="59881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201930"/>
            <a:ext cx="10353377" cy="1555373"/>
          </a:xfrm>
        </p:spPr>
        <p:txBody>
          <a:bodyPr>
            <a:normAutofit fontScale="90000"/>
          </a:bodyPr>
          <a:lstStyle/>
          <a:p>
            <a:pPr algn="l">
              <a:buNone/>
            </a:pPr>
            <a:r>
              <a:rPr lang="en-GB" dirty="0" sz="3600">
                <a:latin typeface="Calibri"/>
              </a:rPr>
              <a:t>R.C. Church of the Immaculate Conception</a:t>
            </a:r>
            <a:br>
              <a:rPr lang="en-GB" dirty="0"/>
            </a:br>
            <a:r>
              <a:rPr lang="en-GB" dirty="0" sz="3600">
                <a:latin typeface="Calibri"/>
              </a:rPr>
              <a:t> </a:t>
            </a:r>
            <a:r>
              <a:rPr lang="en-GB" sz="3840" dirty="0">
                <a:latin typeface="Calibri"/>
              </a:rPr>
              <a:t>1</a:t>
            </a:r>
            <a:r>
              <a:rPr lang="en-GB" sz="3840" baseline="30000" dirty="0">
                <a:latin typeface="Calibri"/>
              </a:rPr>
              <a:t>st</a:t>
            </a:r>
            <a:r>
              <a:rPr lang="en-GB" sz="3840" dirty="0">
                <a:latin typeface="Calibri"/>
              </a:rPr>
              <a:t> Sunday of Advent</a:t>
            </a:r>
            <a:br>
              <a:rPr lang="en-GB" sz="3840" dirty="0"/>
            </a:br>
            <a:r>
              <a:rPr lang="en-GB" sz="3840" dirty="0">
                <a:latin typeface="Calibri"/>
              </a:rPr>
              <a:t> Year A 30</a:t>
            </a:r>
            <a:r>
              <a:rPr lang="en-GB" sz="3840" baseline="30000" dirty="0">
                <a:latin typeface="Calibri"/>
              </a:rPr>
              <a:t>th</a:t>
            </a:r>
            <a:r>
              <a:rPr lang="en-GB" sz="3840" dirty="0">
                <a:latin typeface="Calibri"/>
              </a:rPr>
              <a:t> Nov.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sz="33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B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58240" y="274639"/>
            <a:ext cx="9875520" cy="734892"/>
          </a:xfrm>
        </p:spPr>
        <p:txBody>
          <a:bodyPr/>
          <a:lstStyle/>
          <a:p>
            <a:pPr>
              <a:buNone/>
            </a:pPr>
            <a:r>
              <a:rPr lang="en-GB" b="1" dirty="0" sz="4400">
                <a:latin typeface="Calibri"/>
              </a:rPr>
              <a:t>Greeting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158240" y="1009532"/>
            <a:ext cx="10035926" cy="5371800"/>
          </a:xfrm>
        </p:spPr>
        <p:txBody>
          <a:bodyPr/>
          <a:lstStyle/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    </a:t>
            </a:r>
            <a:r>
              <a:rPr lang="en-GB" dirty="0" sz="2800">
                <a:latin typeface="Calibri"/>
              </a:rPr>
              <a:t>In the name of the Father, and </a:t>
            </a:r>
          </a:p>
          <a:p>
            <a:pPr marL="1392556" indent="-1392556">
              <a:buNone/>
            </a:pPr>
            <a:r>
              <a:rPr lang="en-GB" dirty="0" sz="2800">
                <a:latin typeface="Calibri"/>
              </a:rPr>
              <a:t>	     of the Son, and of the Holy Spirit.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Amen.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Lord be with you.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OR 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grace of Our Lord Jesus Christ, and the love of God, and the communion of the Holy Spirit be with you all.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And with your spirit.</a:t>
            </a:r>
          </a:p>
          <a:p>
            <a:pPr marL="1392556" indent="-1392556">
              <a:buNone/>
            </a:pPr>
            <a:endParaRPr lang="en-GB" b="1" dirty="0"/>
          </a:p>
          <a:p>
            <a:pPr>
              <a:buNone/>
            </a:pPr>
            <a:endParaRPr lang="en-GB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2" descr="Image result for spirit of Wisdom came to me."/>
          <p:cNvSpPr>
            <a:spLocks noChangeAspect="1" noChangeArrowheads="1"/>
          </p:cNvSpPr>
          <p:nvPr/>
        </p:nvSpPr>
        <p:spPr bwMode="auto">
          <a:xfrm>
            <a:off x="571500" y="-16383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endParaRPr lang="en-GB" sz="2160"/>
          </a:p>
        </p:txBody>
      </p:sp>
      <p:pic>
        <p:nvPicPr>
          <p:cNvPr id="4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133" y="750303"/>
            <a:ext cx="3888432" cy="59881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201930"/>
            <a:ext cx="10353377" cy="1555373"/>
          </a:xfrm>
        </p:spPr>
        <p:txBody>
          <a:bodyPr>
            <a:normAutofit fontScale="90000"/>
          </a:bodyPr>
          <a:lstStyle/>
          <a:p>
            <a:pPr algn="l">
              <a:buNone/>
            </a:pPr>
            <a:r>
              <a:rPr lang="en-GB" dirty="0" sz="3600">
                <a:latin typeface="Calibri"/>
              </a:rPr>
              <a:t>R.C. Church of the Immaculate Conception</a:t>
            </a:r>
            <a:br>
              <a:rPr lang="en-GB" dirty="0"/>
            </a:br>
            <a:r>
              <a:rPr lang="en-GB" dirty="0" sz="3600">
                <a:latin typeface="Calibri"/>
              </a:rPr>
              <a:t> </a:t>
            </a:r>
            <a:r>
              <a:rPr lang="en-GB" sz="3840" dirty="0">
                <a:latin typeface="Calibri"/>
              </a:rPr>
              <a:t>1</a:t>
            </a:r>
            <a:r>
              <a:rPr lang="en-GB" sz="3840" baseline="30000" dirty="0">
                <a:latin typeface="Calibri"/>
              </a:rPr>
              <a:t>st</a:t>
            </a:r>
            <a:r>
              <a:rPr lang="en-GB" sz="3840" dirty="0">
                <a:latin typeface="Calibri"/>
              </a:rPr>
              <a:t> Sunday of Advent</a:t>
            </a:r>
            <a:br>
              <a:rPr lang="en-GB" sz="3840" dirty="0"/>
            </a:br>
            <a:r>
              <a:rPr lang="en-GB" sz="3840" dirty="0">
                <a:latin typeface="Calibri"/>
              </a:rPr>
              <a:t> Year A 30</a:t>
            </a:r>
            <a:r>
              <a:rPr lang="en-GB" sz="3840" baseline="30000" dirty="0">
                <a:latin typeface="Calibri"/>
              </a:rPr>
              <a:t>th</a:t>
            </a:r>
            <a:r>
              <a:rPr lang="en-GB" sz="3840" dirty="0">
                <a:latin typeface="Calibri"/>
              </a:rPr>
              <a:t> Nov.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sz="33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B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58240" y="274639"/>
            <a:ext cx="9875520" cy="734892"/>
          </a:xfrm>
        </p:spPr>
        <p:txBody>
          <a:bodyPr/>
          <a:lstStyle/>
          <a:p>
            <a:pPr>
              <a:buNone/>
            </a:pPr>
            <a:r>
              <a:rPr lang="en-GB" b="1" dirty="0" sz="4400">
                <a:latin typeface="Calibri"/>
              </a:rPr>
              <a:t>Greeting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158240" y="1009532"/>
            <a:ext cx="10035926" cy="5371800"/>
          </a:xfrm>
        </p:spPr>
        <p:txBody>
          <a:bodyPr/>
          <a:lstStyle/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    </a:t>
            </a:r>
            <a:r>
              <a:rPr lang="en-GB" dirty="0" sz="2800">
                <a:latin typeface="Calibri"/>
              </a:rPr>
              <a:t>In the name of the Father, and </a:t>
            </a:r>
          </a:p>
          <a:p>
            <a:pPr marL="1392556" indent="-1392556">
              <a:buNone/>
            </a:pPr>
            <a:r>
              <a:rPr lang="en-GB" dirty="0" sz="2800">
                <a:latin typeface="Calibri"/>
              </a:rPr>
              <a:t>	     of the Son, and of the Holy Spirit.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Amen.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Lord be with you.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OR 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grace of Our Lord Jesus Christ, and the love of God, and the communion of the Holy Spirit be with you all.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And with your spirit.</a:t>
            </a:r>
          </a:p>
          <a:p>
            <a:pPr marL="1392556" indent="-1392556">
              <a:buNone/>
            </a:pPr>
            <a:endParaRPr lang="en-GB" b="1" dirty="0"/>
          </a:p>
          <a:p>
            <a:pPr>
              <a:buNone/>
            </a:pPr>
            <a:endParaRPr lang="en-GB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2" descr="Image result for spirit of Wisdom came to me."/>
          <p:cNvSpPr>
            <a:spLocks noChangeAspect="1" noChangeArrowheads="1"/>
          </p:cNvSpPr>
          <p:nvPr/>
        </p:nvSpPr>
        <p:spPr bwMode="auto">
          <a:xfrm>
            <a:off x="571500" y="-16383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endParaRPr lang="en-GB" sz="2160"/>
          </a:p>
        </p:txBody>
      </p:sp>
      <p:pic>
        <p:nvPicPr>
          <p:cNvPr id="4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133" y="750303"/>
            <a:ext cx="3888432" cy="59881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201930"/>
            <a:ext cx="10353377" cy="1555373"/>
          </a:xfrm>
        </p:spPr>
        <p:txBody>
          <a:bodyPr>
            <a:normAutofit fontScale="90000"/>
          </a:bodyPr>
          <a:lstStyle/>
          <a:p>
            <a:pPr algn="l">
              <a:buNone/>
            </a:pPr>
            <a:r>
              <a:rPr lang="en-GB" dirty="0" sz="3600">
                <a:latin typeface="Calibri"/>
              </a:rPr>
              <a:t>R.C. Church of the Immaculate Conception</a:t>
            </a:r>
            <a:br>
              <a:rPr lang="en-GB" dirty="0"/>
            </a:br>
            <a:r>
              <a:rPr lang="en-GB" dirty="0" sz="3600">
                <a:latin typeface="Calibri"/>
              </a:rPr>
              <a:t> </a:t>
            </a:r>
            <a:r>
              <a:rPr lang="en-GB" sz="3840" dirty="0">
                <a:latin typeface="Calibri"/>
              </a:rPr>
              <a:t>1</a:t>
            </a:r>
            <a:r>
              <a:rPr lang="en-GB" sz="3840" baseline="30000" dirty="0">
                <a:latin typeface="Calibri"/>
              </a:rPr>
              <a:t>st</a:t>
            </a:r>
            <a:r>
              <a:rPr lang="en-GB" sz="3840" dirty="0">
                <a:latin typeface="Calibri"/>
              </a:rPr>
              <a:t> Sunday of Advent</a:t>
            </a:r>
            <a:br>
              <a:rPr lang="en-GB" sz="3840" dirty="0"/>
            </a:br>
            <a:r>
              <a:rPr lang="en-GB" sz="3840" dirty="0">
                <a:latin typeface="Calibri"/>
              </a:rPr>
              <a:t> Year A 30</a:t>
            </a:r>
            <a:r>
              <a:rPr lang="en-GB" sz="3840" baseline="30000" dirty="0">
                <a:latin typeface="Calibri"/>
              </a:rPr>
              <a:t>th</a:t>
            </a:r>
            <a:r>
              <a:rPr lang="en-GB" sz="3840" dirty="0">
                <a:latin typeface="Calibri"/>
              </a:rPr>
              <a:t> Nov.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sz="33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B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58240" y="274639"/>
            <a:ext cx="9875520" cy="734892"/>
          </a:xfrm>
        </p:spPr>
        <p:txBody>
          <a:bodyPr/>
          <a:lstStyle/>
          <a:p>
            <a:pPr>
              <a:buNone/>
            </a:pPr>
            <a:r>
              <a:rPr lang="en-GB" b="1" dirty="0" sz="4400">
                <a:latin typeface="Calibri"/>
              </a:rPr>
              <a:t>Greeting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158240" y="1009532"/>
            <a:ext cx="10035926" cy="5371800"/>
          </a:xfrm>
        </p:spPr>
        <p:txBody>
          <a:bodyPr/>
          <a:lstStyle/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    </a:t>
            </a:r>
            <a:r>
              <a:rPr lang="en-GB" dirty="0" sz="2800">
                <a:latin typeface="Calibri"/>
              </a:rPr>
              <a:t>In the name of the Father, and </a:t>
            </a:r>
          </a:p>
          <a:p>
            <a:pPr marL="1392556" indent="-1392556">
              <a:buNone/>
            </a:pPr>
            <a:r>
              <a:rPr lang="en-GB" dirty="0" sz="2800">
                <a:latin typeface="Calibri"/>
              </a:rPr>
              <a:t>	     of the Son, and of the Holy Spirit.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Amen.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Lord be with you.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OR 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grace of Our Lord Jesus Christ, and the love of God, and the communion of the Holy Spirit be with you all.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And with your spirit.</a:t>
            </a:r>
          </a:p>
          <a:p>
            <a:pPr marL="1392556" indent="-1392556">
              <a:buNone/>
            </a:pPr>
            <a:endParaRPr lang="en-GB" b="1" dirty="0"/>
          </a:p>
          <a:p>
            <a:pPr>
              <a:buNone/>
            </a:pPr>
            <a:endParaRPr lang="en-GB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26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Neue Haas Grotesk Text Pro</vt:lpstr>
      <vt:lpstr>Helena</vt:lpstr>
      <vt:lpstr>R.C. Church of the Immaculate Conception  1st Sunday of Advent  Year A 30th Nov.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Mugendi</dc:creator>
  <cp:lastModifiedBy>Wellington Mugendi</cp:lastModifiedBy>
  <cp:revision>6</cp:revision>
  <dcterms:created xsi:type="dcterms:W3CDTF">2025-12-22T15:55:30Z</dcterms:created>
  <dcterms:modified xsi:type="dcterms:W3CDTF">2026-01-10T19:36:04Z</dcterms:modified>
</cp:coreProperties>
</file>