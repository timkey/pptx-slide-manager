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3"/>
  </p:notesMasterIdLst>
  <p:sldIdLst>
    <p:sldId id="256" r:id="rId2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CCE5E-5E87-084D-B791-8F82D6CE5D6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21F4C1-A987-C84A-8E33-3CCC23E36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76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95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937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01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24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77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68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8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82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07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12/22/25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64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38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01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90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10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1744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12/22/25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1798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12/22/25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020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881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12/22/25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112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665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12/22/25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16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617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12/22/25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830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12/22/25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395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12/22/25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0355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354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657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893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2849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87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3423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666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537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1933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36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36712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55192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84192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872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68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258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632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002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47119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73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539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738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0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563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70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  <p:sldLayoutId id="2147483728" r:id="rId28"/>
    <p:sldLayoutId id="2147483729" r:id="rId29"/>
    <p:sldLayoutId id="2147483730" r:id="rId30"/>
    <p:sldLayoutId id="2147483731" r:id="rId31"/>
    <p:sldLayoutId id="2147483732" r:id="rId32"/>
    <p:sldLayoutId id="2147483733" r:id="rId33"/>
    <p:sldLayoutId id="2147483734" r:id="rId34"/>
    <p:sldLayoutId id="2147483735" r:id="rId35"/>
    <p:sldLayoutId id="2147483736" r:id="rId36"/>
    <p:sldLayoutId id="2147483749" r:id="rId37"/>
    <p:sldLayoutId id="2147483737" r:id="rId38"/>
    <p:sldLayoutId id="2147483738" r:id="rId39"/>
    <p:sldLayoutId id="2147483739" r:id="rId40"/>
    <p:sldLayoutId id="2147483740" r:id="rId41"/>
    <p:sldLayoutId id="2147483741" r:id="rId42"/>
    <p:sldLayoutId id="2147483742" r:id="rId43"/>
    <p:sldLayoutId id="2147483743" r:id="rId44"/>
    <p:sldLayoutId id="2147483744" r:id="rId45"/>
    <p:sldLayoutId id="2147483745" r:id="rId46"/>
    <p:sldLayoutId id="2147483746" r:id="rId47"/>
    <p:sldLayoutId id="2147483747" r:id="rId48"/>
    <p:sldLayoutId id="2147483748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201930"/>
            <a:ext cx="10353377" cy="1555373"/>
          </a:xfrm>
        </p:spPr>
        <p:txBody>
          <a:bodyPr>
            <a:normAutofit fontScale="90000"/>
          </a:bodyPr>
          <a:lstStyle/>
          <a:p>
            <a:pPr algn="l"/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R.C. Church of the Immaculate Conception</a:t>
            </a:r>
            <a:br>
              <a:rPr lang="en-GB" dirty="0"/>
            </a:br>
            <a:r>
              <a:rPr lang="en-GB" dirty="0"/>
              <a:t> </a:t>
            </a:r>
            <a:r>
              <a:rPr lang="en-GB" sz="3840" dirty="0"/>
              <a:t>1</a:t>
            </a:r>
            <a:r>
              <a:rPr lang="en-GB" sz="3840" baseline="30000" dirty="0"/>
              <a:t>st</a:t>
            </a:r>
            <a:r>
              <a:rPr lang="en-GB" sz="3840" dirty="0"/>
              <a:t> Sunday of Advent</a:t>
            </a:r>
            <a:br>
              <a:rPr lang="en-GB" sz="3840" dirty="0"/>
            </a:br>
            <a:r>
              <a:rPr lang="en-GB" sz="3840" dirty="0"/>
              <a:t> Year A 30</a:t>
            </a:r>
            <a:r>
              <a:rPr lang="en-GB" sz="3840" baseline="30000" dirty="0"/>
              <a:t>th</a:t>
            </a:r>
            <a:r>
              <a:rPr lang="en-GB" sz="3840" dirty="0"/>
              <a:t> Nov.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sz="3360" dirty="0"/>
          </a:p>
        </p:txBody>
      </p:sp>
      <p:sp>
        <p:nvSpPr>
          <p:cNvPr id="3" name="AutoShape 2" descr="Image result for spirit of Wisdom came to me."/>
          <p:cNvSpPr>
            <a:spLocks noChangeAspect="1" noChangeArrowheads="1"/>
          </p:cNvSpPr>
          <p:nvPr/>
        </p:nvSpPr>
        <p:spPr bwMode="auto">
          <a:xfrm>
            <a:off x="571500" y="-163830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9728" tIns="54864" rIns="109728" bIns="54864" numCol="1" anchor="t" anchorCtr="0" compatLnSpc="1">
            <a:prstTxWarp prst="textNoShape">
              <a:avLst/>
            </a:prstTxWarp>
          </a:bodyPr>
          <a:lstStyle/>
          <a:p>
            <a:endParaRPr lang="en-GB" sz="2160"/>
          </a:p>
        </p:txBody>
      </p:sp>
      <p:pic>
        <p:nvPicPr>
          <p:cNvPr id="4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133" y="750303"/>
            <a:ext cx="3888432" cy="59881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58240" y="274639"/>
            <a:ext cx="9875520" cy="734892"/>
          </a:xfrm>
        </p:spPr>
        <p:txBody>
          <a:bodyPr/>
          <a:lstStyle/>
          <a:p>
            <a:r>
              <a:rPr lang="en-GB" b="1" dirty="0"/>
              <a:t>Greeting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158240" y="1009532"/>
            <a:ext cx="10035926" cy="5371800"/>
          </a:xfrm>
        </p:spPr>
        <p:txBody>
          <a:bodyPr/>
          <a:lstStyle/>
          <a:p>
            <a:pPr marL="1392556" indent="-1392556"/>
            <a:r>
              <a:rPr lang="en-GB" b="1" dirty="0">
                <a:solidFill>
                  <a:schemeClr val="hlink"/>
                </a:solidFill>
                <a:ea typeface="ＭＳ Ｐゴシック"/>
                <a:cs typeface="ＭＳ Ｐゴシック"/>
              </a:rPr>
              <a:t>Priest:    </a:t>
            </a:r>
            <a:r>
              <a:rPr lang="en-GB" dirty="0"/>
              <a:t>In the name of the Father, and </a:t>
            </a:r>
          </a:p>
          <a:p>
            <a:pPr marL="1392556" indent="-1392556"/>
            <a:r>
              <a:rPr lang="en-GB" dirty="0"/>
              <a:t>	     of the Son, and of the Holy Spirit.</a:t>
            </a:r>
          </a:p>
          <a:p>
            <a:pPr marL="1392556" indent="-1392556"/>
            <a:r>
              <a:rPr lang="en-GB" b="1" dirty="0">
                <a:solidFill>
                  <a:srgbClr val="C00000"/>
                </a:solidFill>
              </a:rPr>
              <a:t>People:          </a:t>
            </a:r>
            <a:r>
              <a:rPr lang="en-GB" b="1" dirty="0"/>
              <a:t>Amen.</a:t>
            </a:r>
          </a:p>
          <a:p>
            <a:pPr marL="1392556" indent="-1392556"/>
            <a:r>
              <a:rPr lang="en-GB" b="1" dirty="0">
                <a:solidFill>
                  <a:schemeClr val="hlink"/>
                </a:solidFill>
                <a:ea typeface="ＭＳ Ｐゴシック"/>
                <a:cs typeface="ＭＳ Ｐゴシック"/>
              </a:rPr>
              <a:t>Priest:</a:t>
            </a:r>
            <a:r>
              <a:rPr lang="en-GB" dirty="0">
                <a:solidFill>
                  <a:schemeClr val="hlink"/>
                </a:solidFill>
                <a:ea typeface="ＭＳ Ｐゴシック"/>
                <a:cs typeface="ＭＳ Ｐゴシック"/>
              </a:rPr>
              <a:t>    </a:t>
            </a:r>
            <a:r>
              <a:rPr lang="en-GB" dirty="0"/>
              <a:t>The Lord be with you.</a:t>
            </a:r>
          </a:p>
          <a:p>
            <a:pPr marL="1392556" indent="-1392556"/>
            <a:r>
              <a:rPr lang="en-GB" b="1" dirty="0">
                <a:solidFill>
                  <a:schemeClr val="hlink"/>
                </a:solidFill>
                <a:ea typeface="ＭＳ Ｐゴシック"/>
                <a:cs typeface="ＭＳ Ｐゴシック"/>
              </a:rPr>
              <a:t>OR Priest:</a:t>
            </a:r>
            <a:r>
              <a:rPr lang="en-GB" dirty="0">
                <a:solidFill>
                  <a:schemeClr val="hlink"/>
                </a:solidFill>
                <a:ea typeface="ＭＳ Ｐゴシック"/>
                <a:cs typeface="ＭＳ Ｐゴシック"/>
              </a:rPr>
              <a:t>    </a:t>
            </a:r>
            <a:r>
              <a:rPr lang="en-GB" dirty="0"/>
              <a:t>The grace of Our Lord Jesus Christ, and the love of God, and the communion of the Holy Spirit be with you all.</a:t>
            </a:r>
          </a:p>
          <a:p>
            <a:pPr marL="1392556" indent="-1392556"/>
            <a:r>
              <a:rPr lang="en-GB" b="1" dirty="0">
                <a:solidFill>
                  <a:srgbClr val="C00000"/>
                </a:solidFill>
              </a:rPr>
              <a:t>People:          </a:t>
            </a:r>
            <a:r>
              <a:rPr lang="en-GB" b="1" dirty="0"/>
              <a:t>And with your spirit.</a:t>
            </a:r>
          </a:p>
          <a:p>
            <a:pPr marL="1392556" indent="-1392556"/>
            <a:endParaRPr lang="en-GB" b="1" dirty="0"/>
          </a:p>
          <a:p>
            <a:endParaRPr lang="en-GB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29</Words>
  <Application>Microsoft Macintosh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Neue Haas Grotesk Text Pro</vt:lpstr>
      <vt:lpstr>Helena</vt:lpstr>
      <vt:lpstr>   R.C. Church of the Immaculate Conception  1st Sunday of Advent  Year A 30th Nov.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Wellington Mugendi</dc:creator>
  <cp:lastModifiedBy>Wellington Mugendi</cp:lastModifiedBy>
  <cp:revision>5</cp:revision>
  <dcterms:created xsi:type="dcterms:W3CDTF">2025-12-22T15:55:30Z</dcterms:created>
  <dcterms:modified xsi:type="dcterms:W3CDTF">2025-12-22T16:29:38Z</dcterms:modified>
</cp:coreProperties>
</file>