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1637" r:id="rId2"/>
    <p:sldId id="163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709F6F-AD18-412C-9B98-C8498E146A71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0352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12/22/25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/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R.C. Church of the Immaculate Conception</a:t>
            </a:r>
            <a:br>
              <a:rPr lang="en-GB" dirty="0"/>
            </a:br>
            <a:r>
              <a:rPr lang="en-GB" dirty="0"/>
              <a:t> </a:t>
            </a:r>
            <a:r>
              <a:rPr lang="en-GB" sz="3840" dirty="0"/>
              <a:t>1</a:t>
            </a:r>
            <a:r>
              <a:rPr lang="en-GB" sz="3840" baseline="30000" dirty="0"/>
              <a:t>st</a:t>
            </a:r>
            <a:r>
              <a:rPr lang="en-GB" sz="3840" dirty="0"/>
              <a:t> Sunday of Advent</a:t>
            </a:r>
            <a:br>
              <a:rPr lang="en-GB" sz="3840" dirty="0"/>
            </a:br>
            <a:r>
              <a:rPr lang="en-GB" sz="3840" dirty="0"/>
              <a:t> Year A 30</a:t>
            </a:r>
            <a:r>
              <a:rPr lang="en-GB" sz="3840" baseline="30000" dirty="0"/>
              <a:t>th</a:t>
            </a:r>
            <a:r>
              <a:rPr lang="en-GB" sz="3840" dirty="0"/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endParaRPr lang="en-GB" sz="216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33" y="750303"/>
            <a:ext cx="3888432" cy="598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73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9"/>
    </mc:Choice>
    <mc:Fallback xmlns="">
      <p:transition spd="slow" advTm="3949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r>
              <a:rPr lang="en-GB" b="1" dirty="0"/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    </a:t>
            </a:r>
            <a:r>
              <a:rPr lang="en-GB" dirty="0"/>
              <a:t>In the name of the Father, and </a:t>
            </a:r>
          </a:p>
          <a:p>
            <a:pPr marL="1392556" indent="-1392556"/>
            <a:r>
              <a:rPr lang="en-GB" dirty="0"/>
              <a:t>	     of the Son, and of the Holy Spirit.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Amen.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Lord be with you.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OR 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grace of Our Lord Jesus Christ, and the love of God, and the communion of the Holy Spirit be with you all.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And with your spirit.</a:t>
            </a:r>
          </a:p>
          <a:p>
            <a:pPr marL="1392556" indent="-1392556"/>
            <a:endParaRPr lang="en-GB" b="1" dirty="0"/>
          </a:p>
          <a:p>
            <a:endParaRPr lang="en-GB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   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5</cp:revision>
  <dcterms:created xsi:type="dcterms:W3CDTF">2025-12-22T15:55:30Z</dcterms:created>
  <dcterms:modified xsi:type="dcterms:W3CDTF">2025-12-22T16:29:38Z</dcterms:modified>
</cp:coreProperties>
</file>