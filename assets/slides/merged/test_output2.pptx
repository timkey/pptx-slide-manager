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1" r:id="rId1"/>
  </p:sldMasterIdLst>
  <p:notesMasterIdLst>
    <p:notesMasterId r:id="rId3"/>
  </p:notesMasterIdLst>
  <p:sldIdLst>
    <p:sldId id="163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43"/>
    <p:restoredTop sz="94658"/>
  </p:normalViewPr>
  <p:slideViewPr>
    <p:cSldViewPr snapToGrid="0">
      <p:cViewPr varScale="1">
        <p:scale>
          <a:sx n="104" d="100"/>
          <a:sy n="104" d="100"/>
        </p:scale>
        <p:origin x="23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5CCE5E-5E87-084D-B791-8F82D6CE5D6A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21F4C1-A987-C84A-8E33-3CCC23E360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4760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F709F6F-AD18-412C-9B98-C8498E146A71}" type="slidenum">
              <a:rPr lang="en-GB" smtClean="0"/>
              <a:pPr>
                <a:defRPr/>
              </a:pPr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303528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e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5218032"/>
            <a:ext cx="11460480" cy="78638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5972629"/>
            <a:ext cx="11460480" cy="480373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498642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67B50E4-2343-4B20-80BE-1605C97DFB16}" type="datetime1">
              <a:rPr lang="en-US" smtClean="0"/>
              <a:t>12/22/25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2957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DE44A-7CD8-4860-9BDC-2BE4C911F6D0}" type="datetime1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9372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8896" y="1129554"/>
            <a:ext cx="4361688" cy="347523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54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68897" y="4731335"/>
            <a:ext cx="4206240" cy="118458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58495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68895" y="6453002"/>
            <a:ext cx="170762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38EAEAF-D16E-446F-97F9-D23FB245CB45}" type="datetime1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4010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411480"/>
            <a:ext cx="4654296" cy="3739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2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4873752"/>
            <a:ext cx="4206240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596128" y="0"/>
            <a:ext cx="659587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37160" y="6453002"/>
            <a:ext cx="1951777" cy="365125"/>
          </a:xfrm>
        </p:spPr>
        <p:txBody>
          <a:bodyPr/>
          <a:lstStyle/>
          <a:p>
            <a:fld id="{782E7A21-5BA8-4C4C-9705-3A1EA342AD8A}" type="datetime1">
              <a:rPr lang="en-US" smtClean="0"/>
              <a:t>12/22/25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088937" y="6453002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844578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4246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548642"/>
            <a:ext cx="7478991" cy="363579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0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73553"/>
            <a:ext cx="6655522" cy="154533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2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E73BE-5F1F-40EF-8F67-E3F24D65884D}" type="datetime1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277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008" y="854239"/>
            <a:ext cx="7876287" cy="359262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8368" y="4617138"/>
            <a:ext cx="7375466" cy="101498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68EF1-668D-4AD0-8652-1F3B3622EDC2}" type="datetime1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9686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318302"/>
            <a:ext cx="8229600" cy="2621154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4039647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5609F-9B5B-4E29-8DB1-457A85E01A27}" type="datetime1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281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4320" y="1801368"/>
            <a:ext cx="7772400" cy="4572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74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0DE37-B9D6-425C-B79B-6C6DFFBD0DA2}" type="datetime1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9826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64108"/>
            <a:ext cx="8467558" cy="155448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2333860"/>
            <a:ext cx="8467558" cy="3689909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400"/>
            </a:lvl1pPr>
            <a:lvl2pPr marL="685800" indent="-457200">
              <a:buFont typeface="+mj-lt"/>
              <a:buAutoNum type="arabicPeriod"/>
              <a:defRPr sz="2000"/>
            </a:lvl2pPr>
            <a:lvl3pPr marL="800100" indent="-342900">
              <a:buFont typeface="+mj-lt"/>
              <a:buAutoNum type="arabicPeriod"/>
              <a:defRPr sz="1800"/>
            </a:lvl3pPr>
            <a:lvl4pPr marL="1028700" indent="-342900">
              <a:buFont typeface="+mj-lt"/>
              <a:buAutoNum type="arabicPeriod"/>
              <a:defRPr sz="16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5B0EE-4023-4E3C-8875-10AA631453CF}" type="datetime1">
              <a:rPr lang="en-US" smtClean="0"/>
              <a:t>12/22/25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1071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0" y="1161288"/>
            <a:ext cx="4663440" cy="1554480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C20259-235D-F9C3-3788-C1457976F5A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609904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00" y="2825496"/>
            <a:ext cx="4663440" cy="3337560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571500" indent="-342900">
              <a:buFont typeface="+mj-lt"/>
              <a:buAutoNum type="arabicPeriod"/>
              <a:defRPr sz="1800"/>
            </a:lvl2pPr>
            <a:lvl3pPr marL="800100" indent="-342900">
              <a:buFont typeface="+mj-lt"/>
              <a:buAutoNum type="arabicPeriod"/>
              <a:defRPr sz="1600"/>
            </a:lvl3pPr>
            <a:lvl4pPr marL="1028700" indent="-342900">
              <a:buFont typeface="+mj-lt"/>
              <a:buAutoNum type="arabicPeriod"/>
              <a:defRPr sz="1400"/>
            </a:lvl4pPr>
            <a:lvl5pPr>
              <a:buFont typeface="+mj-lt"/>
              <a:buAutoNum type="arabicPeriod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57999" y="6453002"/>
            <a:ext cx="1996689" cy="365125"/>
          </a:xfrm>
        </p:spPr>
        <p:txBody>
          <a:bodyPr/>
          <a:lstStyle/>
          <a:p>
            <a:fld id="{CE6CA204-B091-40ED-8158-331EE628B522}" type="datetime1">
              <a:rPr lang="en-US" smtClean="0"/>
              <a:t>12/22/25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9646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385975"/>
            <a:ext cx="4325112" cy="2454796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386584"/>
            <a:ext cx="4325112" cy="2459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92F09-9D88-4105-92F6-7298804EAA90}" type="datetime1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9386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258568"/>
            <a:ext cx="3813048" cy="355701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2254250"/>
            <a:ext cx="4956175" cy="3556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44F96-061D-4D71-97A2-2371A43FDE7C}" type="datetime1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0015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1537853"/>
            <a:ext cx="4145582" cy="463882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1538288"/>
            <a:ext cx="5681662" cy="481806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FE133-02A7-439F-9131-2680F754099D}" type="datetime1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9905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877456"/>
            <a:ext cx="4142232" cy="4940661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22913" y="877456"/>
            <a:ext cx="6159500" cy="539082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BF7DD-C7D0-4333-B18D-CCAF5427F9DD}" type="datetime1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6102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533" y="548639"/>
            <a:ext cx="3494314" cy="5719639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4268" y="549274"/>
            <a:ext cx="7315200" cy="580644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15979-091A-4302-A385-56FC1CE52E32}" type="datetime1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1744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8937" y="548640"/>
            <a:ext cx="6093225" cy="114300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79388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38937" y="1828800"/>
            <a:ext cx="6071616" cy="44897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538937" y="6453002"/>
            <a:ext cx="3337584" cy="365125"/>
          </a:xfrm>
        </p:spPr>
        <p:txBody>
          <a:bodyPr/>
          <a:lstStyle/>
          <a:p>
            <a:fld id="{7836D543-476D-434F-B209-1A114B2E3F04}" type="datetime1">
              <a:rPr lang="en-US" smtClean="0"/>
              <a:t>12/22/25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1798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6135624" cy="114300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1828800"/>
            <a:ext cx="6135624" cy="44897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400544" y="0"/>
            <a:ext cx="4791456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83DD0F20-7689-42E6-8664-6AA00B79F132}" type="datetime1">
              <a:rPr lang="en-US" smtClean="0"/>
              <a:t>12/22/25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950591" y="6453002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706232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30207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5736" y="320040"/>
            <a:ext cx="685800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02336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45736" y="1380744"/>
            <a:ext cx="685800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745736" y="6453002"/>
            <a:ext cx="3494314" cy="365125"/>
          </a:xfrm>
        </p:spPr>
        <p:txBody>
          <a:bodyPr/>
          <a:lstStyle/>
          <a:p>
            <a:fld id="{30F2F577-5BDA-4749-9F3F-0D340DC0D6A8}" type="datetime1">
              <a:rPr lang="en-US" smtClean="0"/>
              <a:t>12/22/25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18817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320040"/>
            <a:ext cx="685800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380744"/>
            <a:ext cx="685800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AC9378AD-A6D7-4162-BB5C-47C49B2E145B}" type="datetime1">
              <a:rPr lang="en-US" smtClean="0"/>
              <a:t>12/22/25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5799" y="6453002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0112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3808" y="584339"/>
            <a:ext cx="4361688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61150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53745" y="2212975"/>
            <a:ext cx="4362450" cy="40957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3745" y="6453002"/>
            <a:ext cx="1622776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67B65D3-547A-48A8-9F1F-13ED0B55ACC6}" type="datetime1">
              <a:rPr lang="en-US" smtClean="0"/>
              <a:t>12/22/25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76656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3413"/>
            <a:ext cx="4361688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2212975"/>
            <a:ext cx="4360863" cy="40957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2031073" cy="365125"/>
          </a:xfrm>
        </p:spPr>
        <p:txBody>
          <a:bodyPr/>
          <a:lstStyle/>
          <a:p>
            <a:fld id="{76A7CFE7-E645-4439-AA6B-DA8CF856D63E}" type="datetime1">
              <a:rPr lang="en-US" smtClean="0"/>
              <a:t>12/22/25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45480" y="0"/>
            <a:ext cx="644652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5165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4553" y="320040"/>
            <a:ext cx="4522936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0"/>
            <a:ext cx="649224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04888" y="1380744"/>
            <a:ext cx="4512601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04491" y="6453002"/>
            <a:ext cx="177202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8B2C0DB-994F-48B0-91F4-5F06C3B86E32}" type="datetime1">
              <a:rPr lang="en-US" smtClean="0"/>
              <a:t>12/22/25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56179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20040"/>
            <a:ext cx="4572000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1380744"/>
            <a:ext cx="457200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2031073" cy="365125"/>
          </a:xfrm>
        </p:spPr>
        <p:txBody>
          <a:bodyPr/>
          <a:lstStyle/>
          <a:p>
            <a:fld id="{D3F6A089-BE3E-4BB0-98EE-FDF712FF3613}" type="datetime1">
              <a:rPr lang="en-US" smtClean="0"/>
              <a:t>12/22/25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17720" y="0"/>
            <a:ext cx="627427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48304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2663" y="583413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58414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12790" y="2212975"/>
            <a:ext cx="3401568" cy="40957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212663" y="6453002"/>
            <a:ext cx="922372" cy="365125"/>
          </a:xfrm>
        </p:spPr>
        <p:txBody>
          <a:bodyPr/>
          <a:lstStyle/>
          <a:p>
            <a:fld id="{AC101298-AE91-4071-9C72-5A98117ABE14}" type="datetime1">
              <a:rPr lang="en-US" smtClean="0"/>
              <a:t>12/22/25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9135035" y="6453002"/>
            <a:ext cx="2546891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63956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3413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2212975"/>
            <a:ext cx="3401568" cy="40957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1067625" cy="365125"/>
          </a:xfrm>
        </p:spPr>
        <p:txBody>
          <a:bodyPr/>
          <a:lstStyle/>
          <a:p>
            <a:fld id="{EABE4333-790C-44CD-B503-F52418ED809A}" type="datetime1">
              <a:rPr lang="en-US" smtClean="0"/>
              <a:t>12/22/25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61780" y="0"/>
            <a:ext cx="743021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04785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60426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03554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3102" y="1078992"/>
            <a:ext cx="3273552" cy="1942773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78136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44096" y="3099816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3102" y="6453002"/>
            <a:ext cx="100365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2397CCD-8E49-4379-8DCB-9F17CAEDFC10}" type="datetime1">
              <a:rPr lang="en-US" smtClean="0"/>
              <a:t>12/22/25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46761" y="6453002"/>
            <a:ext cx="233516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63543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4635132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146F6-C62B-441B-BAD2-D550454B4D53}" type="datetime1">
              <a:rPr lang="en-US" smtClean="0"/>
              <a:t>12/22/25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9240" y="5012267"/>
            <a:ext cx="6400800" cy="139033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26575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83A68-D563-4FD5-B11F-54F8D5F1E37F}" type="datetime1">
              <a:rPr lang="en-US" smtClean="0"/>
              <a:t>12/22/25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08939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307973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59778"/>
            <a:ext cx="3494314" cy="365125"/>
          </a:xfrm>
        </p:spPr>
        <p:txBody>
          <a:bodyPr/>
          <a:lstStyle/>
          <a:p>
            <a:fld id="{3148FABB-02FF-476F-AB37-BDD0E354E780}" type="datetime1">
              <a:rPr lang="en-US" smtClean="0"/>
              <a:t>12/22/25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59778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5977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28494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03504"/>
            <a:ext cx="10972802" cy="970463"/>
          </a:xfrm>
        </p:spPr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2645" y="1828800"/>
            <a:ext cx="6172200" cy="4425696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27395" y="1828800"/>
            <a:ext cx="4251960" cy="442887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428D3-736A-4038-886C-8BF662AA2745}" type="datetime1">
              <a:rPr lang="en-US" smtClean="0"/>
              <a:t>12/22/25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38748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39"/>
            <a:ext cx="4672584" cy="145389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2648" y="2290890"/>
            <a:ext cx="4672584" cy="404164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1DDEB-9B85-4E99-8A3D-ABE66C6280C3}" type="datetime1">
              <a:rPr lang="en-US" smtClean="0"/>
              <a:t>12/22/25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34239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550217"/>
            <a:ext cx="3657603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1521" y="2295144"/>
            <a:ext cx="3490176" cy="404164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16500" y="549275"/>
            <a:ext cx="6561138" cy="57594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65DCA-443F-4667-9ED1-418507CE45A8}" type="datetime1">
              <a:rPr lang="en-US" smtClean="0"/>
              <a:t>12/22/25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6660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944" y="4718304"/>
            <a:ext cx="5897880" cy="13533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20000"/>
              </a:lnSpc>
              <a:defRPr lang="en-US" sz="2800" b="0" dirty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9496" y="603503"/>
            <a:ext cx="10826496" cy="43342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lang="en-US" sz="23200" b="1" dirty="0">
                <a:solidFill>
                  <a:schemeClr val="accent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1557D-4816-44D0-B6EE-6CAC6E30B54D}" type="datetime1">
              <a:rPr lang="en-US" smtClean="0"/>
              <a:t>12/22/25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95379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809744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800" b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640079"/>
            <a:ext cx="10543032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3200" b="1">
                <a:solidFill>
                  <a:schemeClr val="accent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F872E-5ED2-46B0-83A4-0C1AF0E0D91C}" type="datetime1">
              <a:rPr lang="en-US" smtClean="0"/>
              <a:t>12/22/25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19335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4B1ECB8-9E10-D2F3-E361-7D268551E2E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809744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640079"/>
            <a:ext cx="10543032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32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18575-0C6E-47B4-936E-32183810D7BF}" type="datetime1">
              <a:rPr lang="en-US" smtClean="0"/>
              <a:t>12/22/25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7364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29FB5-1C86-423F-AEAA-2683840666C3}" type="datetime1">
              <a:rPr lang="en-US" smtClean="0"/>
              <a:t>12/22/25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1367122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CCB4E-88AF-46AC-B7C5-30308F179659}" type="datetime1">
              <a:rPr lang="en-US" smtClean="0"/>
              <a:t>12/22/25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929384"/>
            <a:ext cx="8266176" cy="4142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2551923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915B6-CC2A-4462-A7E5-B3080DF8F97D}" type="datetime1">
              <a:rPr lang="en-US" smtClean="0"/>
              <a:t>12/22/25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8266176" cy="5605272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6841926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7008" y="5431536"/>
            <a:ext cx="9021471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188720"/>
            <a:ext cx="9198864" cy="365760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188F7-A494-4EEB-A53D-2B97B1D4CD3C}" type="datetime1">
              <a:rPr lang="en-US" smtClean="0"/>
              <a:t>12/22/25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98725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6DECC02-1725-49EE-C93B-A4C2C4049458}"/>
              </a:ext>
            </a:extLst>
          </p:cNvPr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7009" y="5349240"/>
            <a:ext cx="9043416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344168"/>
            <a:ext cx="9198864" cy="329184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06BC0-1562-42E5-89A2-925CA193C8A6}" type="datetime1">
              <a:rPr lang="en-US" smtClean="0"/>
              <a:t>12/22/25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0685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0041" y="5669280"/>
            <a:ext cx="8805672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097280"/>
            <a:ext cx="8961120" cy="347472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20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F376A-778D-45CF-8340-DB03B2DA6A3E}" type="datetime1">
              <a:rPr lang="en-US" smtClean="0"/>
              <a:t>12/22/25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92580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775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DFF5A-622E-43FE-9EE9-BAAB78AB2046}" type="datetime1">
              <a:rPr lang="en-US" smtClean="0"/>
              <a:t>12/22/25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86320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2387600"/>
            <a:ext cx="5157788" cy="37639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2387600"/>
            <a:ext cx="5183188" cy="37639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5C09E-FF30-4AA0-A227-171955622259}" type="datetime1">
              <a:rPr lang="en-US" smtClean="0"/>
              <a:t>12/22/25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40028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279FF-407B-4B41-9E69-DE66ED04A328}" type="datetime1">
              <a:rPr lang="en-US" smtClean="0"/>
              <a:t>12/22/25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47119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3E812-757D-4139-AF81-227C72D4B544}" type="datetime1">
              <a:rPr lang="en-US" smtClean="0"/>
              <a:t>12/22/25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973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311121"/>
            <a:ext cx="3595634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5"/>
            <a:ext cx="6440258" cy="5755109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6A7E1-C424-43A5-938A-12DEC0A1D59D}" type="datetime1">
              <a:rPr lang="en-US" smtClean="0"/>
              <a:t>12/22/25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65393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063319" y="557784"/>
            <a:ext cx="6519080" cy="5779007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C4FC2-B89B-4919-A96B-662A3584681C}" type="datetime1">
              <a:rPr lang="en-US" smtClean="0"/>
              <a:t>12/22/25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47387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6" y="1847088"/>
            <a:ext cx="10888473" cy="1133856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594099"/>
            <a:ext cx="10890374" cy="27432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4BE51-D660-433D-AABA-154BE028E64E}" type="datetime1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405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627318"/>
            <a:ext cx="8430767" cy="184202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3622674"/>
            <a:ext cx="8430639" cy="127961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228600" indent="0">
              <a:buNone/>
              <a:defRPr sz="2000"/>
            </a:lvl2pPr>
            <a:lvl3pPr marL="457200" indent="0">
              <a:buNone/>
              <a:defRPr sz="1800"/>
            </a:lvl3pPr>
            <a:lvl4pPr marL="685800" indent="0">
              <a:buNone/>
              <a:defRPr sz="16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1F76E-6064-4431-B5C4-29A511725BCF}" type="datetime1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8563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5EE9E671-1C83-40F7-9D33-FE8AAC7F721F}" type="datetime1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370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  <p:sldLayoutId id="2147483713" r:id="rId13"/>
    <p:sldLayoutId id="2147483714" r:id="rId14"/>
    <p:sldLayoutId id="2147483715" r:id="rId15"/>
    <p:sldLayoutId id="2147483716" r:id="rId16"/>
    <p:sldLayoutId id="2147483717" r:id="rId17"/>
    <p:sldLayoutId id="2147483718" r:id="rId18"/>
    <p:sldLayoutId id="2147483719" r:id="rId19"/>
    <p:sldLayoutId id="2147483720" r:id="rId20"/>
    <p:sldLayoutId id="2147483721" r:id="rId21"/>
    <p:sldLayoutId id="2147483722" r:id="rId22"/>
    <p:sldLayoutId id="2147483723" r:id="rId23"/>
    <p:sldLayoutId id="2147483724" r:id="rId24"/>
    <p:sldLayoutId id="2147483725" r:id="rId25"/>
    <p:sldLayoutId id="2147483726" r:id="rId26"/>
    <p:sldLayoutId id="2147483727" r:id="rId27"/>
    <p:sldLayoutId id="2147483728" r:id="rId28"/>
    <p:sldLayoutId id="2147483729" r:id="rId29"/>
    <p:sldLayoutId id="2147483730" r:id="rId30"/>
    <p:sldLayoutId id="2147483731" r:id="rId31"/>
    <p:sldLayoutId id="2147483732" r:id="rId32"/>
    <p:sldLayoutId id="2147483733" r:id="rId33"/>
    <p:sldLayoutId id="2147483734" r:id="rId34"/>
    <p:sldLayoutId id="2147483735" r:id="rId35"/>
    <p:sldLayoutId id="2147483736" r:id="rId36"/>
    <p:sldLayoutId id="2147483749" r:id="rId37"/>
    <p:sldLayoutId id="2147483737" r:id="rId38"/>
    <p:sldLayoutId id="2147483738" r:id="rId39"/>
    <p:sldLayoutId id="2147483739" r:id="rId40"/>
    <p:sldLayoutId id="2147483740" r:id="rId41"/>
    <p:sldLayoutId id="2147483741" r:id="rId42"/>
    <p:sldLayoutId id="2147483742" r:id="rId43"/>
    <p:sldLayoutId id="2147483743" r:id="rId44"/>
    <p:sldLayoutId id="2147483744" r:id="rId45"/>
    <p:sldLayoutId id="2147483745" r:id="rId46"/>
    <p:sldLayoutId id="2147483746" r:id="rId47"/>
    <p:sldLayoutId id="2147483747" r:id="rId48"/>
    <p:sldLayoutId id="2147483748" r:id="rId4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380" y="201930"/>
            <a:ext cx="10353377" cy="1555373"/>
          </a:xfrm>
        </p:spPr>
        <p:txBody>
          <a:bodyPr>
            <a:normAutofit fontScale="90000"/>
          </a:bodyPr>
          <a:lstStyle/>
          <a:p>
            <a:pPr algn="l"/>
            <a:br>
              <a:rPr lang="en-GB" dirty="0"/>
            </a:br>
            <a:br>
              <a:rPr lang="en-GB" dirty="0"/>
            </a:br>
            <a:br>
              <a:rPr lang="en-GB" dirty="0"/>
            </a:br>
            <a:r>
              <a:rPr lang="en-GB" dirty="0"/>
              <a:t>R.C. Church of the Immaculate Conception</a:t>
            </a:r>
            <a:br>
              <a:rPr lang="en-GB" dirty="0"/>
            </a:br>
            <a:r>
              <a:rPr lang="en-GB" dirty="0"/>
              <a:t> </a:t>
            </a:r>
            <a:r>
              <a:rPr lang="en-GB" sz="3840" dirty="0"/>
              <a:t>1</a:t>
            </a:r>
            <a:r>
              <a:rPr lang="en-GB" sz="3840" baseline="30000" dirty="0"/>
              <a:t>st</a:t>
            </a:r>
            <a:r>
              <a:rPr lang="en-GB" sz="3840" dirty="0"/>
              <a:t> Sunday of Advent</a:t>
            </a:r>
            <a:br>
              <a:rPr lang="en-GB" sz="3840" dirty="0"/>
            </a:br>
            <a:r>
              <a:rPr lang="en-GB" sz="3840" dirty="0"/>
              <a:t> Year A 30</a:t>
            </a:r>
            <a:r>
              <a:rPr lang="en-GB" sz="3840" baseline="30000" dirty="0"/>
              <a:t>th</a:t>
            </a:r>
            <a:r>
              <a:rPr lang="en-GB" sz="3840" dirty="0"/>
              <a:t> Nov.</a:t>
            </a:r>
            <a:br>
              <a:rPr lang="en-GB" dirty="0"/>
            </a:br>
            <a:br>
              <a:rPr lang="en-GB" dirty="0"/>
            </a:br>
            <a:br>
              <a:rPr lang="en-GB" dirty="0"/>
            </a:br>
            <a:endParaRPr lang="en-GB" sz="3360" dirty="0"/>
          </a:p>
        </p:txBody>
      </p:sp>
      <p:sp>
        <p:nvSpPr>
          <p:cNvPr id="3" name="AutoShape 2" descr="Image result for spirit of Wisdom came to me."/>
          <p:cNvSpPr>
            <a:spLocks noChangeAspect="1" noChangeArrowheads="1"/>
          </p:cNvSpPr>
          <p:nvPr/>
        </p:nvSpPr>
        <p:spPr bwMode="auto">
          <a:xfrm>
            <a:off x="571500" y="-163830"/>
            <a:ext cx="365760" cy="36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09728" tIns="54864" rIns="109728" bIns="54864" numCol="1" anchor="t" anchorCtr="0" compatLnSpc="1">
            <a:prstTxWarp prst="textNoShape">
              <a:avLst/>
            </a:prstTxWarp>
          </a:bodyPr>
          <a:lstStyle/>
          <a:p>
            <a:endParaRPr lang="en-GB" sz="216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1133" y="750303"/>
            <a:ext cx="3888432" cy="59881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69738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949"/>
    </mc:Choice>
    <mc:Fallback xmlns="">
      <p:transition spd="slow" advTm="3949"/>
    </mc:Fallback>
  </mc:AlternateContent>
</p:sld>
</file>

<file path=ppt/theme/theme1.xml><?xml version="1.0" encoding="utf-8"?>
<a:theme xmlns:a="http://schemas.openxmlformats.org/drawingml/2006/main" name="Helena">
  <a:themeElements>
    <a:clrScheme name="Helen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lena" id="{83D43F4A-02D5-42AD-9542-27487597C212}" vid="{14154C61-C2E2-42F2-9833-4EC39495D4C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29</Words>
  <Application>Microsoft Macintosh PowerPoint</Application>
  <PresentationFormat>Widescreen</PresentationFormat>
  <Paragraphs>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Arial</vt:lpstr>
      <vt:lpstr>Neue Haas Grotesk Text Pro</vt:lpstr>
      <vt:lpstr>Helena</vt:lpstr>
      <vt:lpstr>   R.C. Church of the Immaculate Conception  1st Sunday of Advent  Year A 30th Nov.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Wellington Mugendi</dc:creator>
  <cp:lastModifiedBy>Wellington Mugendi</cp:lastModifiedBy>
  <cp:revision>5</cp:revision>
  <dcterms:created xsi:type="dcterms:W3CDTF">2025-12-22T15:55:30Z</dcterms:created>
  <dcterms:modified xsi:type="dcterms:W3CDTF">2025-12-22T16:29:38Z</dcterms:modified>
</cp:coreProperties>
</file>