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3"/>
  </p:notesMasterIdLst>
  <p:sldIdLst>
    <p:sldId id="163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CCE5E-5E87-084D-B791-8F82D6CE5D6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21F4C1-A987-C84A-8E33-3CCC23E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76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709F6F-AD18-412C-9B98-C8498E146A71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3035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9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37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01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2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77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68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8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82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0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12/22/25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64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38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01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90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10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744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798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12/22/25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020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881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112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66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12/22/25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16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617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12/22/25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830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395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12/22/25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355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354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657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893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849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87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423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66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537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933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36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36712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55192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4192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872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68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258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632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002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711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73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539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738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0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56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7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49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  <p:sldLayoutId id="2147483748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201930"/>
            <a:ext cx="10353377" cy="1555373"/>
          </a:xfrm>
        </p:spPr>
        <p:txBody>
          <a:bodyPr>
            <a:normAutofit fontScale="90000"/>
          </a:bodyPr>
          <a:lstStyle/>
          <a:p>
            <a:pPr algn="l"/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R.C. Church of the Immaculate Conception</a:t>
            </a:r>
            <a:br>
              <a:rPr lang="en-GB" dirty="0"/>
            </a:br>
            <a:r>
              <a:rPr lang="en-GB" dirty="0"/>
              <a:t> </a:t>
            </a:r>
            <a:r>
              <a:rPr lang="en-GB" sz="3840" dirty="0"/>
              <a:t>1</a:t>
            </a:r>
            <a:r>
              <a:rPr lang="en-GB" sz="3840" baseline="30000" dirty="0"/>
              <a:t>st</a:t>
            </a:r>
            <a:r>
              <a:rPr lang="en-GB" sz="3840" dirty="0"/>
              <a:t> Sunday of Advent</a:t>
            </a:r>
            <a:br>
              <a:rPr lang="en-GB" sz="3840" dirty="0"/>
            </a:br>
            <a:r>
              <a:rPr lang="en-GB" sz="3840" dirty="0"/>
              <a:t> Year A 30</a:t>
            </a:r>
            <a:r>
              <a:rPr lang="en-GB" sz="3840" baseline="30000" dirty="0"/>
              <a:t>th</a:t>
            </a:r>
            <a:r>
              <a:rPr lang="en-GB" sz="3840" dirty="0"/>
              <a:t> Nov.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sz="3360" dirty="0"/>
          </a:p>
        </p:txBody>
      </p:sp>
      <p:sp>
        <p:nvSpPr>
          <p:cNvPr id="3" name="AutoShape 2" descr="Image result for spirit of Wisdom came to me."/>
          <p:cNvSpPr>
            <a:spLocks noChangeAspect="1" noChangeArrowheads="1"/>
          </p:cNvSpPr>
          <p:nvPr/>
        </p:nvSpPr>
        <p:spPr bwMode="auto">
          <a:xfrm>
            <a:off x="571500" y="-16383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/>
          <a:p>
            <a:endParaRPr lang="en-GB" sz="216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133" y="750303"/>
            <a:ext cx="3888432" cy="598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973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49"/>
    </mc:Choice>
    <mc:Fallback xmlns="">
      <p:transition spd="slow" advTm="3949"/>
    </mc:Fallback>
  </mc:AlternateContent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29</Words>
  <Application>Microsoft Macintosh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Neue Haas Grotesk Text Pro</vt:lpstr>
      <vt:lpstr>Helena</vt:lpstr>
      <vt:lpstr>   R.C. Church of the Immaculate Conception  1st Sunday of Advent  Year A 30th Nov.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Wellington Mugendi</dc:creator>
  <cp:lastModifiedBy>Wellington Mugendi</cp:lastModifiedBy>
  <cp:revision>5</cp:revision>
  <dcterms:created xsi:type="dcterms:W3CDTF">2025-12-22T15:55:30Z</dcterms:created>
  <dcterms:modified xsi:type="dcterms:W3CDTF">2025-12-22T16:29:38Z</dcterms:modified>
</cp:coreProperties>
</file>