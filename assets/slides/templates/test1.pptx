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3"/>
  </p:notesMasterIdLst>
  <p:sldIdLst>
    <p:sldId id="163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19"/>
  </p:normalViewPr>
  <p:slideViewPr>
    <p:cSldViewPr snapToGrid="0">
      <p:cViewPr varScale="1">
        <p:scale>
          <a:sx n="60" d="100"/>
          <a:sy n="60" d="100"/>
        </p:scale>
        <p:origin x="192" y="1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5CCE5E-5E87-084D-B791-8F82D6CE5D6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21F4C1-A987-C84A-8E33-3CCC23E360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476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F709F6F-AD18-412C-9B98-C8498E146A71}" type="slidenum">
              <a:rPr lang="en-GB" smtClean="0"/>
              <a:pPr>
                <a:defRPr/>
              </a:pPr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03035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95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937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01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424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77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968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81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982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0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1/10/26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964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9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0015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9905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102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744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1/10/26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1798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1/10/26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3020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1881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1/10/26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0112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7665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1/10/26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5165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617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1/10/26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4830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1/10/26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6395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1/10/26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03554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6354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657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08939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2849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3874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3423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6660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953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1933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736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367122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55192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6841926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9872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068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92580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86320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002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4711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1/10/26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9732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65393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47387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40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563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70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  <p:sldLayoutId id="2147483722" r:id="rId22"/>
    <p:sldLayoutId id="2147483723" r:id="rId23"/>
    <p:sldLayoutId id="2147483724" r:id="rId24"/>
    <p:sldLayoutId id="2147483725" r:id="rId25"/>
    <p:sldLayoutId id="2147483726" r:id="rId26"/>
    <p:sldLayoutId id="2147483727" r:id="rId27"/>
    <p:sldLayoutId id="2147483728" r:id="rId28"/>
    <p:sldLayoutId id="2147483729" r:id="rId29"/>
    <p:sldLayoutId id="2147483730" r:id="rId30"/>
    <p:sldLayoutId id="2147483731" r:id="rId31"/>
    <p:sldLayoutId id="2147483732" r:id="rId32"/>
    <p:sldLayoutId id="2147483733" r:id="rId33"/>
    <p:sldLayoutId id="2147483734" r:id="rId34"/>
    <p:sldLayoutId id="2147483735" r:id="rId35"/>
    <p:sldLayoutId id="2147483736" r:id="rId36"/>
    <p:sldLayoutId id="2147483749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  <p:sldLayoutId id="2147483748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Image result for spirit of Wisdom came to me."/>
          <p:cNvSpPr>
            <a:spLocks noChangeAspect="1" noChangeArrowheads="1"/>
          </p:cNvSpPr>
          <p:nvPr/>
        </p:nvSpPr>
        <p:spPr bwMode="auto">
          <a:xfrm>
            <a:off x="571500" y="-163830"/>
            <a:ext cx="365760" cy="36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09728" tIns="54864" rIns="109728" bIns="54864" numCol="1" anchor="t" anchorCtr="0" compatLnSpc="1">
            <a:prstTxWarp prst="textNoShape">
              <a:avLst/>
            </a:prstTxWarp>
          </a:bodyPr>
          <a:lstStyle/>
          <a:p>
            <a:endParaRPr lang="en-GB" sz="216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133" y="750303"/>
            <a:ext cx="3888432" cy="5988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201930"/>
            <a:ext cx="10353377" cy="1555373"/>
          </a:xfrm>
        </p:spPr>
        <p:txBody>
          <a:bodyPr>
            <a:normAutofit fontScale="90000"/>
          </a:bodyPr>
          <a:lstStyle/>
          <a:p>
            <a:pPr algn="l"/>
            <a:r>
              <a:rPr lang="en-GB" dirty="0"/>
              <a:t>R.C. Church of the Immaculate Conception</a:t>
            </a:r>
            <a:br>
              <a:rPr lang="en-GB" dirty="0"/>
            </a:br>
            <a:r>
              <a:rPr lang="en-GB" dirty="0"/>
              <a:t> </a:t>
            </a:r>
            <a:r>
              <a:rPr lang="en-GB" sz="3840" dirty="0"/>
              <a:t>1</a:t>
            </a:r>
            <a:r>
              <a:rPr lang="en-GB" sz="3840" baseline="30000" dirty="0"/>
              <a:t>st</a:t>
            </a:r>
            <a:r>
              <a:rPr lang="en-GB" sz="3840" dirty="0"/>
              <a:t> Sunday of Advent</a:t>
            </a:r>
            <a:br>
              <a:rPr lang="en-GB" sz="3840" dirty="0"/>
            </a:br>
            <a:r>
              <a:rPr lang="en-GB" sz="3840" dirty="0"/>
              <a:t> Year A 30</a:t>
            </a:r>
            <a:r>
              <a:rPr lang="en-GB" sz="3840" baseline="30000" dirty="0"/>
              <a:t>th</a:t>
            </a:r>
            <a:r>
              <a:rPr lang="en-GB" sz="3840" dirty="0"/>
              <a:t> Nov.</a:t>
            </a:r>
            <a:br>
              <a:rPr lang="en-GB" dirty="0"/>
            </a:br>
            <a:br>
              <a:rPr lang="en-GB" dirty="0"/>
            </a:br>
            <a:br>
              <a:rPr lang="en-GB" dirty="0"/>
            </a:br>
            <a:endParaRPr lang="en-GB" sz="3360" dirty="0"/>
          </a:p>
        </p:txBody>
      </p:sp>
    </p:spTree>
    <p:extLst>
      <p:ext uri="{BB962C8B-B14F-4D97-AF65-F5344CB8AC3E}">
        <p14:creationId xmlns:p14="http://schemas.microsoft.com/office/powerpoint/2010/main" val="1469738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949"/>
    </mc:Choice>
    <mc:Fallback xmlns="">
      <p:transition spd="slow" advTm="3949"/>
    </mc:Fallback>
  </mc:AlternateContent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26</Words>
  <Application>Microsoft Macintosh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Neue Haas Grotesk Text Pro</vt:lpstr>
      <vt:lpstr>Helena</vt:lpstr>
      <vt:lpstr>R.C. Church of the Immaculate Conception  1st Sunday of Advent  Year A 30th Nov.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Wellington Mugendi</dc:creator>
  <cp:lastModifiedBy>Wellington Mugendi</cp:lastModifiedBy>
  <cp:revision>6</cp:revision>
  <dcterms:created xsi:type="dcterms:W3CDTF">2025-12-22T15:55:30Z</dcterms:created>
  <dcterms:modified xsi:type="dcterms:W3CDTF">2026-01-10T19:36:04Z</dcterms:modified>
</cp:coreProperties>
</file>