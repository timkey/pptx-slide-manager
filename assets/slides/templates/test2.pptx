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85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BB"/>
    <a:srgbClr val="FFF694"/>
    <a:srgbClr val="FFE7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33" d="100"/>
          <a:sy n="133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7A2C-A5FB-A1B9-8EE5-469E54042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2FFDA-6E1A-07F2-7803-027A9479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9A47-27A7-B3C4-AD57-78511505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93C97-D873-E0E3-2191-850D1FA1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5ACA-356F-4DCE-FEE8-5F4130B9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7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69C4-574D-B7B5-4F8B-6E570EE67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4D106-C5A0-5D72-4D1A-9589A4FBA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F56BB-29D0-FBFA-6864-B0FA2ED6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349AD-07F5-5562-F1D2-A112BC38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0DD39-2417-16BD-A0F7-B83E8143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3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0E25-49C6-43EE-D347-D4D1F38B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9B3AC-F3E0-3D05-AFBD-2DD205AD5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61751-EBED-E28F-3B39-2691A3F3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5FBC0-3AFB-A650-FA38-BAC7553F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311CD-53A4-DDE1-C768-0DBF2E17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1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2C57-1336-8DAE-4F40-B27B536E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A167-92F6-EA6D-EB41-601C6E90C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DB195-CE9E-48C0-1A1B-6E2883E7C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D859E-C960-E84B-769E-82B49195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83CC6-47D7-F86E-70B4-1A742450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7EAB5-2A37-A14F-CFCE-EFF0E778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0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3BFA-0CFD-34C1-1EEA-8F04BE84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28477-AC20-55EB-D1FA-183B40839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AF4E6-1468-D912-0F44-D263DCEB2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DC5E8-A0F0-A340-F368-986A3E75F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E6FE2-7B10-6D1E-09B6-52A508BCD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1E86B-752D-31E6-BE22-A6B29697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EB426-E0B3-54CA-94BB-A2AE71CF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F92DB-8591-CB7E-F9A9-442745E7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7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2EB7-D6B4-BB92-7FFF-7C01DBA6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BD8E-6ABF-5B20-D623-B85558CF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B2FD7-0269-6A8C-E294-EB555C6E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9361F-FE48-6632-D4D8-CC0C7B95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1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9A6CC-5571-1C75-D94C-78C7E97B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F64BA-6585-3028-ECB8-94B0D206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5D58C-024C-3F0D-493B-B3E700F2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1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C322-9CEF-FC40-2AB1-0764401C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AF5F-0A6F-88AB-CECB-54AB4E22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ABB99-9ABB-A2AA-E8CF-B35E87D79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7D5CB-FE35-548C-2D8A-5ACE53C9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40004-00A4-70E5-E780-3383B044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FE452-0A1A-6128-8347-80C850DA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5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942C-6CFC-4E51-76D2-8141001D7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C2877-E5F8-3E66-2166-E4AB232B1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9EAD4-24DD-6279-9025-4AB64F2AE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CAABD-3F15-B44B-89A7-566943229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8684D-A887-9A98-2C21-4F90B30E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7BB9-EEE7-F179-6CF7-D9FE20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1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6ED7-095E-D868-CEDF-596FA3C2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C5471-A1E7-23AC-7064-D89EBA746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6E642-1BD7-DC8E-55F0-37574066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42812-4291-7A2A-F642-4C54CACF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9472D-BD70-8424-FFB5-D58FBE2F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4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4518E-F2BC-2251-4CAF-836453AAC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7F985-A56F-57F9-18D2-CF0D08E5F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2706F-56A0-2293-D956-06152AFDD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76299-0B23-087B-CB60-45E951FA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C4766-BC25-0DEC-56CA-22548322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07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Greeting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3D3F-58FD-44F0-B224-6B4CFDDD55D1}" type="datetime1">
              <a:rPr lang="en-GB" smtClean="0"/>
              <a:pPr/>
              <a:t>22/12/2025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69A7-1AF8-4D34-993E-2B197775EA3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488026" y="1844678"/>
            <a:ext cx="9503833" cy="3671888"/>
          </a:xfrm>
        </p:spPr>
        <p:txBody>
          <a:bodyPr/>
          <a:lstStyle>
            <a:lvl1pPr>
              <a:buFontTx/>
              <a:buNone/>
              <a:defRPr baseline="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50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68161-A01A-AD10-CBAA-7014C6367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15FAA-1082-957A-233D-FFE81DAE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634F-0641-F4CF-4311-2F539BC2A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98F15-ED09-004C-AAF3-4E1F94F451B5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1DDC3-07D3-B7F9-021C-E2C3B863C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B7F92-BF0E-0DAE-975E-3F925631E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9C0DF-FB3E-FE49-BD44-ED3EC097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r>
              <a:rPr lang="en-GB" b="1" dirty="0"/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Priest:    </a:t>
            </a:r>
            <a:r>
              <a:rPr lang="en-GB" dirty="0"/>
              <a:t>In the name of the Father, and </a:t>
            </a:r>
          </a:p>
          <a:p>
            <a:pPr marL="1392556" indent="-1392556"/>
            <a:r>
              <a:rPr lang="en-GB" dirty="0"/>
              <a:t>	     of the Son, and of the Holy Spirit.</a:t>
            </a:r>
          </a:p>
          <a:p>
            <a:pPr marL="1392556" indent="-1392556"/>
            <a:r>
              <a:rPr lang="en-GB" b="1" dirty="0">
                <a:solidFill>
                  <a:srgbClr val="C00000"/>
                </a:solidFill>
              </a:rPr>
              <a:t>People:          </a:t>
            </a:r>
            <a:r>
              <a:rPr lang="en-GB" b="1" dirty="0"/>
              <a:t>Amen.</a:t>
            </a:r>
          </a:p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Priest:</a:t>
            </a:r>
            <a:r>
              <a:rPr lang="en-GB" dirty="0">
                <a:solidFill>
                  <a:schemeClr val="hlink"/>
                </a:solidFill>
                <a:ea typeface="ＭＳ Ｐゴシック"/>
                <a:cs typeface="ＭＳ Ｐゴシック"/>
              </a:rPr>
              <a:t>    </a:t>
            </a:r>
            <a:r>
              <a:rPr lang="en-GB" dirty="0"/>
              <a:t>The Lord be with you.</a:t>
            </a:r>
          </a:p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OR Priest:</a:t>
            </a:r>
            <a:r>
              <a:rPr lang="en-GB" dirty="0">
                <a:solidFill>
                  <a:schemeClr val="hlink"/>
                </a:solidFill>
                <a:ea typeface="ＭＳ Ｐゴシック"/>
                <a:cs typeface="ＭＳ Ｐゴシック"/>
              </a:rPr>
              <a:t>    </a:t>
            </a:r>
            <a:r>
              <a:rPr lang="en-GB" dirty="0"/>
              <a:t>The grace of Our Lord Jesus Christ, and the love of God, and the communion of the Holy Spirit be with you all.</a:t>
            </a:r>
          </a:p>
          <a:p>
            <a:pPr marL="1392556" indent="-1392556"/>
            <a:r>
              <a:rPr lang="en-GB" b="1" dirty="0">
                <a:solidFill>
                  <a:srgbClr val="C00000"/>
                </a:solidFill>
              </a:rPr>
              <a:t>People:          </a:t>
            </a:r>
            <a:r>
              <a:rPr lang="en-GB" b="1" dirty="0"/>
              <a:t>And with your spirit.</a:t>
            </a:r>
          </a:p>
          <a:p>
            <a:pPr marL="1392556" indent="-1392556"/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7128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ＭＳ Ｐゴシック</vt:lpstr>
      <vt:lpstr>Aptos</vt:lpstr>
      <vt:lpstr>Aptos Display</vt:lpstr>
      <vt:lpstr>Arial</vt:lpstr>
      <vt:lpstr>Office Theme</vt:lpstr>
      <vt:lpstr>Greeting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3</cp:revision>
  <dcterms:created xsi:type="dcterms:W3CDTF">2025-12-22T16:20:46Z</dcterms:created>
  <dcterms:modified xsi:type="dcterms:W3CDTF">2025-12-22T16:34:32Z</dcterms:modified>
</cp:coreProperties>
</file>